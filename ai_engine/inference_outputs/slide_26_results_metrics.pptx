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Жалпы нәтижелер: Барлық метрика бір жерде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27AE60"/>
                </a:solidFill>
              </a:defRPr>
            </a:pPr>
            <a:r>
              <a:t>🎯 97%+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Орташа Дәлдік (Accuracy)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47548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Компьютерлік көру модельдері (Lunge 97.3%, Push-up 95.4%, Squat 96%+) және фитнес алгоритмдері.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2980B9"/>
                </a:solidFill>
              </a:defRPr>
            </a:pPr>
            <a:r>
              <a:t>📊 20 000+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Жиналған Датасеттер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7548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CV үшін 11 900+ кадр. Ұсыныс жүйесіне (Diet/Workout Recommender) арналған NHANES (8 790+) деректері.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D35400"/>
                </a:solidFill>
              </a:defRPr>
            </a:pPr>
            <a:r>
              <a:t>⚙️ 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API Endpoints (FastAPI)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47548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Жүйе микросервис ретінде жұмыс істейтін 7 бөлек Router-ге және қатаң SQL байланыстарға бөлінген.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1480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8E44AD"/>
                </a:solidFill>
              </a:defRPr>
            </a:pPr>
            <a:r>
              <a:t>🤖 4 Түрлі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937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AI Интеграциясы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94960"/>
            <a:ext cx="47548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Жобада Machine Learning (Random Forest, Gradient Boosting), MediaPipe (3D Tracking) және LLM (Llama 3.3) біріктірілді.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600">
                <a:solidFill>
                  <a:srgbClr val="C0392B"/>
                </a:solidFill>
              </a:defRPr>
            </a:pPr>
            <a:r>
              <a:t>Қорытынды: Бұл жай ғана прототип емес, өндіріске (Production) толық дайын Кешенді AI Фитнес Экожүйесі.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