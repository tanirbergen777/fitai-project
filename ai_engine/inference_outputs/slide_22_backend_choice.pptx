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400">
                <a:solidFill>
                  <a:srgbClr val="2C3E50"/>
                </a:solidFill>
              </a:defRPr>
            </a:pPr>
            <a:r>
              <a:t>Backend: Неге дәл Python және FastAPI таңдалды?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03520" cy="4114800"/>
          </a:xfrm>
          <a:prstGeom prst="roundRect">
            <a:avLst/>
          </a:prstGeom>
          <a:solidFill>
            <a:srgbClr val="F8F9F9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109728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39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FFFFFF"/>
                </a:solidFill>
              </a:defRPr>
            </a:pPr>
            <a:r>
              <a:t>🐍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5603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❌ Неге Java немесе C# емес?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1089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F618D"/>
                </a:solidFill>
              </a:defRPr>
            </a:pPr>
            <a:r>
              <a:t>✅ AI мен ML экожүйесі</a:t>
            </a:r>
          </a:p>
          <a:p>
            <a:pPr>
              <a:spcBef>
                <a:spcPts val="800"/>
              </a:spcBef>
              <a:defRPr sz="1500">
                <a:solidFill>
                  <a:srgbClr val="34495E"/>
                </a:solidFill>
              </a:defRPr>
            </a:pPr>
            <a:r>
              <a:t>Жобамыздың "миы" — Жасанды Интеллект (Scikit-learn, MediaPipe). Бұл салада Python — әлемдік стандарт. Java немесе C# қолдансақ, AI модельдерді қосу өте қиын болар еді. Python-да модельдерді серверге тікелей, еш кідіріссіз (native) орнаттық.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303520" cy="4114800"/>
          </a:xfrm>
          <a:prstGeom prst="roundRect">
            <a:avLst/>
          </a:prstGeom>
          <a:solidFill>
            <a:srgbClr val="F8F9F9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30352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39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FFFFFF"/>
                </a:solidFill>
              </a:defRPr>
            </a:pPr>
            <a:r>
              <a:t>⚡ 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❌ Неге Django немесе Flask емес?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089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E8449"/>
                </a:solidFill>
              </a:defRPr>
            </a:pPr>
            <a:r>
              <a:t>✅ Асинхронды жылдамдық (ASGI)</a:t>
            </a:r>
          </a:p>
          <a:p>
            <a:pPr>
              <a:spcBef>
                <a:spcPts val="800"/>
              </a:spcBef>
              <a:defRPr sz="1500">
                <a:solidFill>
                  <a:srgbClr val="34495E"/>
                </a:solidFill>
              </a:defRPr>
            </a:pPr>
            <a:r>
              <a:t>Django — үлкен, монолитті әрі ауыр. Бізге камерадан секундына келетін 30 кадр (FPS) сұраныстарды қатырып тастамай өңдейтін өте жылдам сервер керек болды. FastAPI NodeJS деңгейіндегі жылдамдықты және автоматты Swagger (OpenAPI) құжаттамасын берді.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77840"/>
            <a:ext cx="11064240" cy="914400"/>
          </a:xfrm>
          <a:prstGeom prst="roundRect">
            <a:avLst/>
          </a:prstGeom>
          <a:solidFill>
            <a:srgbClr val="EBDEF0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76448A"/>
                </a:solidFill>
              </a:defRPr>
            </a:pPr>
            <a:r>
              <a:t>Python (AI үшін)  +  FastAPI (Асинхронды жылдамдық)  =  AI жобаларына арналған идеал Backend.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