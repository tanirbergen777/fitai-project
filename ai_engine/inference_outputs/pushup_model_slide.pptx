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365760"/>
            <a:ext cx="121889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3200">
                <a:solidFill>
                  <a:srgbClr val="2C3E50"/>
                </a:solidFill>
              </a:defRPr>
            </a:pPr>
            <a:r>
              <a:t>Push-up (Жерден қисаю) моделін оқыту және нәтижесі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103601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34495E"/>
                </a:solidFill>
              </a:defRPr>
            </a:pPr>
            <a:r>
              <a:t>Бұл модель үшін 5 489 кадр жиналып, өңделді. Push-up кезіндегі дененің түзулігі мен шынтақтың бүгілу бұрышына басты назар аударылды.</a:t>
            </a:r>
          </a:p>
        </p:txBody>
      </p:sp>
      <p:pic>
        <p:nvPicPr>
          <p:cNvPr id="4" name="Picture 3" descr="pushup_cm_present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377440"/>
            <a:ext cx="3816734" cy="34747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43600" y="2377440"/>
            <a:ext cx="5486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b="1" sz="2000">
                <a:solidFill>
                  <a:srgbClr val="2980B9"/>
                </a:solidFill>
              </a:defRPr>
            </a:pPr>
            <a:r>
              <a:t>• Алгоритм: </a:t>
            </a:r>
            <a:r>
              <a:rPr b="0" sz="2000">
                <a:solidFill>
                  <a:srgbClr val="34495E"/>
                </a:solidFill>
              </a:rPr>
              <a:t>Random Forest</a:t>
            </a:r>
          </a:p>
          <a:p>
            <a:pPr>
              <a:spcAft>
                <a:spcPts val="1400"/>
              </a:spcAft>
              <a:defRPr b="1" sz="2000">
                <a:solidFill>
                  <a:srgbClr val="2980B9"/>
                </a:solidFill>
              </a:defRPr>
            </a:pPr>
            <a:r>
              <a:t>• Дәлдік (Accuracy): </a:t>
            </a:r>
            <a:r>
              <a:rPr b="0" sz="2000">
                <a:solidFill>
                  <a:srgbClr val="34495E"/>
                </a:solidFill>
              </a:rPr>
              <a:t>95.4%</a:t>
            </a:r>
          </a:p>
          <a:p>
            <a:pPr>
              <a:spcAft>
                <a:spcPts val="1400"/>
              </a:spcAft>
              <a:defRPr b="1" sz="2000">
                <a:solidFill>
                  <a:srgbClr val="2980B9"/>
                </a:solidFill>
              </a:defRPr>
            </a:pPr>
            <a:r>
              <a:t>• Feature Count: </a:t>
            </a:r>
            <a:r>
              <a:rPr b="0" sz="2000">
                <a:solidFill>
                  <a:srgbClr val="34495E"/>
                </a:solidFill>
              </a:rPr>
              <a:t>152 биомеханикалық белгі қолданылды.</a:t>
            </a:r>
          </a:p>
          <a:p>
            <a:pPr>
              <a:spcAft>
                <a:spcPts val="1400"/>
              </a:spcAft>
              <a:defRPr b="1" sz="2000">
                <a:solidFill>
                  <a:srgbClr val="2980B9"/>
                </a:solidFill>
              </a:defRPr>
            </a:pPr>
            <a:r>
              <a:t>• Талдау: </a:t>
            </a:r>
            <a:r>
              <a:rPr b="0" sz="2000">
                <a:solidFill>
                  <a:srgbClr val="34495E"/>
                </a:solidFill>
              </a:rPr>
              <a:t>Дәлдігі ең жоғары модель. Қате жаттығуларды 100% дәлдікпен (Precision=1.0) таба алады.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943600"/>
            <a:ext cx="103601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i="1" sz="1800">
                <a:solidFill>
                  <a:srgbClr val="27AE60"/>
                </a:solidFill>
              </a:defRPr>
            </a:pPr>
            <a:r>
              <a:t>Қорытынды: Push-up моделі өте сенімді жұмыс істейді. Нәтиже 95.4% — бұл өндіріске (production) енгізуге толық дайын деген сөз.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