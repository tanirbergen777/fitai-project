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Lunge (Алға қадам басу) моделін оқыту және нәтижесі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Бастапқыда тек 174 қатар (row) деректермен 60% дәлдік болды. Деректер қорын синтетикалық генерация арқылы 3 174 қатарға дейін ұлғайтып, GradientBoosting алгоритмімен қайта оқыттық. Нәтиже: 97.3% дәлдік!</a:t>
            </a:r>
          </a:p>
        </p:txBody>
      </p:sp>
      <p:pic>
        <p:nvPicPr>
          <p:cNvPr id="4" name="Picture 3" descr="lunge_c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4144195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3774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Алгоритм: </a:t>
            </a:r>
            <a:r>
              <a:rPr b="0" sz="2000">
                <a:solidFill>
                  <a:srgbClr val="34495E"/>
                </a:solidFill>
              </a:rPr>
              <a:t>GradientBoosting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Бұрынғы дәлдік: </a:t>
            </a:r>
            <a:r>
              <a:rPr b="0" sz="2000">
                <a:solidFill>
                  <a:srgbClr val="34495E"/>
                </a:solidFill>
              </a:rPr>
              <a:t>60.0% (174 қатар)</a:t>
            </a:r>
          </a:p>
          <a:p>
            <a:pPr>
              <a:spcAft>
                <a:spcPts val="1400"/>
              </a:spcAft>
              <a:defRPr b="1" sz="2000">
                <a:solidFill>
                  <a:srgbClr val="27AE60"/>
                </a:solidFill>
              </a:defRPr>
            </a:pPr>
            <a:r>
              <a:t>• Жаңа дәлдік: </a:t>
            </a:r>
            <a:r>
              <a:rPr b="0" sz="2000">
                <a:solidFill>
                  <a:srgbClr val="34495E"/>
                </a:solidFill>
              </a:rPr>
              <a:t>97.3% (+37.3% жақсарту!)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Деректер: </a:t>
            </a:r>
            <a:r>
              <a:rPr b="0" sz="2000">
                <a:solidFill>
                  <a:srgbClr val="34495E"/>
                </a:solidFill>
              </a:rPr>
              <a:t>3 174 қатар (REHAB24 + Synthetic)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Feature Count: </a:t>
            </a:r>
            <a:r>
              <a:rPr b="0" sz="2000">
                <a:solidFill>
                  <a:srgbClr val="34495E"/>
                </a:solidFill>
              </a:rPr>
              <a:t>100 биомеханикалық белгі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800">
                <a:solidFill>
                  <a:srgbClr val="27AE60"/>
                </a:solidFill>
              </a:defRPr>
            </a:pPr>
            <a:r>
              <a:t>Қорытынды: Деректерді ұлғайту (Data Augmentation) арқылы модельдің сапасын 60%-дан 97.3%-ға дейін көтеруге қол жеткіздік.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