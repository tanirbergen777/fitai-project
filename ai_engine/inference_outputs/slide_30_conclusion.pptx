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2C3E50"/>
                </a:solidFill>
              </a:defRPr>
            </a:pPr>
            <a:r>
              <a:t>Қорытынды: Мақсатқа толықтай қол жеткізілді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109728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182880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Жобаның негізгі мақсаты орындалды</a:t>
            </a:r>
          </a:p>
          <a:p>
            <a:pPr>
              <a:defRPr sz="1600">
                <a:solidFill>
                  <a:srgbClr val="7F8C8D"/>
                </a:solidFill>
              </a:defRPr>
            </a:pPr>
            <a:r>
              <a:t>Жасанды интеллект (AI) пен Компьютерлік көру (CV) технологияларына негізделген толыққанды, жекелендірілген фитнес экожүйесі құрылды.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9445752" cy="109728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310896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Технологиялық интеграция сәтті аяқталды</a:t>
            </a:r>
          </a:p>
          <a:p>
            <a:pPr>
              <a:defRPr sz="1600">
                <a:solidFill>
                  <a:srgbClr val="7F8C8D"/>
                </a:solidFill>
              </a:defRPr>
            </a:pPr>
            <a:r>
              <a:t>4 түрлі AI моделі (MediaPipe, ML, LLM) Backend (FastAPI) және Frontend (React) бөліктерімен мінсіз байланыстырылды.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06240"/>
            <a:ext cx="9445752" cy="109728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38912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297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Әлеуметтік маңызы бар мәселе шешілді</a:t>
            </a:r>
          </a:p>
          <a:p>
            <a:pPr>
              <a:defRPr sz="1600">
                <a:solidFill>
                  <a:srgbClr val="7F8C8D"/>
                </a:solidFill>
              </a:defRPr>
            </a:pPr>
            <a:r>
              <a:t>Спорт қолжетімді, ал жаттығу қауіпсіз етілді. Жеке бапкердің орнын басатын инновациялық цифрлық шешім нарыққа ұсынылды.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2980B9"/>
                </a:solidFill>
              </a:defRPr>
            </a:pPr>
            <a:r>
              <a:t>Назарларыңызға рақмет!</a:t>
            </a:r>
            <a:br/>
            <a:r>
              <a:t>Сұрақтарыңызға жауап беруге дайынмын.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