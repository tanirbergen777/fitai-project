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Модульдік Backend: 7 Router және 30+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2C3E50"/>
                </a:solidFill>
              </a:defRPr>
            </a:pPr>
            <a:r>
              <a:t>Модульдік Архитектура:</a:t>
            </a:r>
          </a:p>
          <a:p>
            <a:pPr>
              <a:spcBef>
                <a:spcPts val="1400"/>
              </a:spcBef>
              <a:defRPr b="1" sz="2000">
                <a:solidFill>
                  <a:srgbClr val="2980B9"/>
                </a:solidFill>
              </a:defRPr>
            </a:pPr>
            <a:r>
              <a:t>• Монолит емес (No Monolith)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Біз барлық кодты бір файлға (main.py) тықпадық. Оның орнына әр қызметті жеке Router-ге бөлдік. Бұл жобаны масштабтауды (scale) өте жеңілдетеді.</a:t>
            </a:r>
          </a:p>
          <a:p>
            <a:pPr>
              <a:spcBef>
                <a:spcPts val="1400"/>
              </a:spcBef>
              <a:defRPr b="1" sz="2000">
                <a:solidFill>
                  <a:srgbClr val="2980B9"/>
                </a:solidFill>
              </a:defRPr>
            </a:pPr>
            <a:r>
              <a:t>• Мақсаттардың бөлінуі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AI логикасы жеке, деректер базасы жеке, пайдаланушы профилі жеке папкаларда (Separation of Concerns) орналасқан.</a:t>
            </a:r>
          </a:p>
          <a:p>
            <a:pPr>
              <a:spcBef>
                <a:spcPts val="1400"/>
              </a:spcBef>
              <a:defRPr b="1" sz="2000">
                <a:solidFill>
                  <a:srgbClr val="2980B9"/>
                </a:solidFill>
              </a:defRPr>
            </a:pPr>
            <a:r>
              <a:t>• Swagger UI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FastAPI барлық 30+ endpoint үшін интерактивті құжаттаманы (Swagger) автоматты түрде жасап берді.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097280"/>
            <a:ext cx="3200400" cy="91440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19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⚙️ FastAPI Application</a:t>
            </a:r>
          </a:p>
          <a:p>
            <a:pPr algn="ctr">
              <a:defRPr sz="1400">
                <a:solidFill>
                  <a:srgbClr val="EAFAF1"/>
                </a:solidFill>
              </a:defRPr>
            </a:pPr>
            <a:r>
              <a:t>Main Entry Point (api/main.py)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926080"/>
            <a:ext cx="3474720" cy="8229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971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980B9"/>
                </a:solidFill>
              </a:defRPr>
            </a:pPr>
            <a:r>
              <a:t>👤 /users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Тіркелу, профиль (Auth)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6492240" y="2011680"/>
            <a:ext cx="1965960" cy="914400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54880" y="3931920"/>
            <a:ext cx="3474720" cy="8229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9776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980B9"/>
                </a:solidFill>
              </a:defRPr>
            </a:pPr>
            <a:r>
              <a:t>🍎 /nutrition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Тамақтану (AI) сақтау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492240" y="2011680"/>
            <a:ext cx="1965960" cy="1920240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0" y="4937760"/>
            <a:ext cx="3474720" cy="8229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4983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980B9"/>
                </a:solidFill>
              </a:defRPr>
            </a:pPr>
            <a:r>
              <a:t>🏋️ /workouts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Жаттығу тарихы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492240" y="2011680"/>
            <a:ext cx="1965960" cy="2926080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54880" y="5943600"/>
            <a:ext cx="3474720" cy="8229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989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980B9"/>
                </a:solidFill>
              </a:defRPr>
            </a:pPr>
            <a:r>
              <a:t>📷 /vision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3D нүктелер (MediaPipe)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492240" y="2011680"/>
            <a:ext cx="1965960" cy="3931920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95360" y="3383280"/>
            <a:ext cx="3474720" cy="8229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4290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980B9"/>
                </a:solidFill>
              </a:defRPr>
            </a:pPr>
            <a:r>
              <a:t>🤖 /chat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Groq Llama 3.3 кеңесші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58200" y="2011680"/>
            <a:ext cx="1874520" cy="1371600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60" y="4389120"/>
            <a:ext cx="3474720" cy="8229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4434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980B9"/>
                </a:solidFill>
              </a:defRPr>
            </a:pPr>
            <a:r>
              <a:t>📈 /analytics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Прогресс, салмақ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58200" y="2011680"/>
            <a:ext cx="1874520" cy="2377440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95360" y="5394960"/>
            <a:ext cx="3474720" cy="8229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5440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980B9"/>
                </a:solidFill>
              </a:defRPr>
            </a:pPr>
            <a:r>
              <a:t>🔥 /motivation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Рейтинг, от (streak)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58200" y="2011680"/>
            <a:ext cx="1874520" cy="3383280"/>
          </a:xfrm>
          <a:prstGeom prst="bentConnector3">
            <a:avLst/>
          </a:prstGeom>
          <a:ln w="1905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