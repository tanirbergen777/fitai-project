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36576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2C3E50"/>
                </a:solidFill>
              </a:defRPr>
            </a:pPr>
            <a:r>
              <a:t>Squat (Отырып тұру) моделін оқыту және нәтижесі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Модельді оқыту үшін 3 248 кадрдан (row) тұратын арнайы датасет жиналды. Оның ішінде 'Дұрыс' жасалған және 'Арқаны бүгіп/Тізені қате бүгіп' жасалған кадрлар тең дәрежеде (balanced) қамтылды.</a:t>
            </a:r>
          </a:p>
        </p:txBody>
      </p:sp>
      <p:pic>
        <p:nvPicPr>
          <p:cNvPr id="4" name="Picture 3" descr="squat_cm_pres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377440"/>
            <a:ext cx="3758519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237744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b="1" sz="2000">
                <a:solidFill>
                  <a:srgbClr val="2980B9"/>
                </a:solidFill>
              </a:defRPr>
            </a:pPr>
            <a:r>
              <a:t>• Алгоритм: </a:t>
            </a:r>
            <a:r>
              <a:rPr b="0" sz="2000">
                <a:solidFill>
                  <a:srgbClr val="34495E"/>
                </a:solidFill>
              </a:rPr>
              <a:t>Random Forest</a:t>
            </a:r>
          </a:p>
          <a:p>
            <a:pPr>
              <a:spcAft>
                <a:spcPts val="1400"/>
              </a:spcAft>
              <a:defRPr b="1" sz="2000">
                <a:solidFill>
                  <a:srgbClr val="2980B9"/>
                </a:solidFill>
              </a:defRPr>
            </a:pPr>
            <a:r>
              <a:t>• Дәлдік (Accuracy): </a:t>
            </a:r>
            <a:r>
              <a:rPr b="0" sz="2000">
                <a:solidFill>
                  <a:srgbClr val="34495E"/>
                </a:solidFill>
              </a:rPr>
              <a:t>85.8%</a:t>
            </a:r>
          </a:p>
          <a:p>
            <a:pPr>
              <a:spcAft>
                <a:spcPts val="1400"/>
              </a:spcAft>
              <a:defRPr b="1" sz="2000">
                <a:solidFill>
                  <a:srgbClr val="2980B9"/>
                </a:solidFill>
              </a:defRPr>
            </a:pPr>
            <a:r>
              <a:t>• Feature Count: </a:t>
            </a:r>
            <a:r>
              <a:rPr b="0" sz="2000">
                <a:solidFill>
                  <a:srgbClr val="34495E"/>
                </a:solidFill>
              </a:rPr>
              <a:t>276 түрлі биомеханикалық белгі (нүктелер, координаталар, бұрыштар).</a:t>
            </a:r>
          </a:p>
          <a:p>
            <a:pPr>
              <a:spcAft>
                <a:spcPts val="1400"/>
              </a:spcAft>
              <a:defRPr b="1" sz="2000">
                <a:solidFill>
                  <a:srgbClr val="2980B9"/>
                </a:solidFill>
              </a:defRPr>
            </a:pPr>
            <a:r>
              <a:t>• Талдау: </a:t>
            </a:r>
            <a:r>
              <a:rPr b="0" sz="2000">
                <a:solidFill>
                  <a:srgbClr val="34495E"/>
                </a:solidFill>
              </a:rPr>
              <a:t>Модель қате жасалған squat-ты өте жақсы табады (Матрицада 'Wrong' класын табу деңгейі жоғары).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i="1" sz="1800">
                <a:solidFill>
                  <a:srgbClr val="27AE60"/>
                </a:solidFill>
              </a:defRPr>
            </a:pPr>
            <a:r>
              <a:t>Қорытынды: Squat техникасы күрделі болғанымен, гибридті модель (MediaPipe + RF) 85.8% дәлдікпен сенімді жұмыс істейді.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