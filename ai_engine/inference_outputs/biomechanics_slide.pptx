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2C3E50"/>
                </a:solidFill>
              </a:defRPr>
            </a:pPr>
            <a:r>
              <a:t>Камера арқылы биомеханикалық бұрыштарды есептеу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E8F8F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1. Squat (Отырып тұру)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• Тізе бұрышы (Knee Angle):</a:t>
            </a:r>
            <a:br/>
            <a:r>
              <a:t>Жамбас, тізе және тобық нүктелері арқылы есептеледі (90 градусқа дейін жетуі керек).</a:t>
            </a:r>
            <a:br/>
            <a:br/>
            <a:r>
              <a:t>• Арқаның түзулігі:</a:t>
            </a:r>
            <a:br/>
            <a:r>
              <a:t>Иық пен жамбас арасындағы көлбеулік (алға еңкейіп кетпеуін бақылаймыз).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645920"/>
            <a:ext cx="3657600" cy="411480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2. Push-up (Жерден қисаю)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• Шынтақ бұрышы:</a:t>
            </a:r>
            <a:br/>
            <a:r>
              <a:t>Иық, шынтақ және білезік нүктелерінен есептеледі (денені қаншалықты төмен түсіргенін бақылайды).</a:t>
            </a:r>
            <a:br/>
            <a:br/>
            <a:r>
              <a:t>• Дененің бір сызықта болуы:</a:t>
            </a:r>
            <a:br/>
            <a:r>
              <a:t>Иық, жамбас және өкше нүктелерінің бір түзуде (180 градус) жатуын тексереді.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45920"/>
            <a:ext cx="3657600" cy="4114800"/>
          </a:xfrm>
          <a:prstGeom prst="rect">
            <a:avLst/>
          </a:prstGeom>
          <a:solidFill>
            <a:srgbClr val="FEF9E7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2C3E50"/>
                </a:solidFill>
              </a:defRPr>
            </a:pPr>
            <a:r>
              <a:t>3. Lunge (Алға қадам басу)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• Екі тізенің бұрышы:</a:t>
            </a:r>
            <a:br/>
            <a:r>
              <a:t>Алдыңғы тізе 90 градус болуы, ал артқы тізе жерге тимей тұруы бақыланады.</a:t>
            </a:r>
            <a:br/>
            <a:br/>
            <a:r>
              <a:t>• Дене симметриясы:</a:t>
            </a:r>
            <a:br/>
            <a:r>
              <a:t>Сол және оң жақ иық пен жамбастың ауытқуы мен балансы есептеледі.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