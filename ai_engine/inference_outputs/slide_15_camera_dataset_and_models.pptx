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1640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2C3E50"/>
                </a:solidFill>
              </a:defRPr>
            </a:pPr>
            <a:r>
              <a:t>Камера жаттығулары: Деректер жинау, модельдерді салыстыру, таңдау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980B9"/>
                </a:solidFill>
              </a:defRPr>
            </a:pPr>
            <a:r>
              <a:t>1. Деректер жинау (Datasets)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3657600" cy="16459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Squat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Видео: 36 видео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Кадрлар: 3 248 кадр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Белгілер: 276 белгі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Деректер көзі: Өзіміз түсірген + YouTube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25880"/>
            <a:ext cx="3657600" cy="16459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17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Push-up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Видео: 100 видео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Кадрлар: 5 489 кадр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Белгілер: 152 белгі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Деректер көзі: Kaggle + YouTube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657600" cy="164592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417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Lunge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Видео: 3 009 видео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Кадрлар: 3 174 кадр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Белгілер: 100 белгі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Деректер көзі: REHAB24 + Синтетикалық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980B9"/>
                </a:solidFill>
              </a:defRPr>
            </a:pPr>
            <a:r>
              <a:t>2. Модельдерді салыстыру нәтижесі (Model Comparison)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52044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 / Жаттығу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Squat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Push-up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Lunge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7AE60"/>
                          </a:solidFill>
                        </a:defRPr>
                      </a:pPr>
                      <a:r>
                        <a:t>85.8%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7AE60"/>
                          </a:solidFill>
                        </a:defRPr>
                      </a:pPr>
                      <a:r>
                        <a:t>95.4%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96.6%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92.2%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4495E"/>
                          </a:solidFill>
                        </a:defRPr>
                      </a:pPr>
                      <a:r>
                        <a:t>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7AE60"/>
                          </a:solidFill>
                        </a:defRPr>
                      </a:pPr>
                      <a:r>
                        <a:t>97.3%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0" y="3520440"/>
            <a:ext cx="3657600" cy="2743200"/>
          </a:xfrm>
          <a:prstGeom prst="roundRect">
            <a:avLst/>
          </a:prstGeom>
          <a:solidFill>
            <a:srgbClr val="F4ECF7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8E44AD"/>
                </a:solidFill>
              </a:defRPr>
            </a:pPr>
            <a:r>
              <a:t>Неге дәл осы алгоритмдер?</a:t>
            </a:r>
          </a:p>
          <a:p>
            <a:pPr>
              <a:spcBef>
                <a:spcPts val="600"/>
              </a:spcBef>
              <a:defRPr sz="1300">
                <a:solidFill>
                  <a:srgbClr val="3C2850"/>
                </a:solidFill>
              </a:defRPr>
            </a:pPr>
            <a:r>
              <a:t>• Ансамбль әдістері (RF, GB) — жеке ағаштар шуылға (noise) тұрақты</a:t>
            </a:r>
          </a:p>
          <a:p>
            <a:pPr>
              <a:spcBef>
                <a:spcPts val="600"/>
              </a:spcBef>
              <a:defRPr sz="1300">
                <a:solidFill>
                  <a:srgbClr val="3C2850"/>
                </a:solidFill>
              </a:defRPr>
            </a:pPr>
            <a:r>
              <a:t>• Биомеханикалық белгілерде (бұрыштар, қашықтықтар) ең жақсы нәтиже береді</a:t>
            </a:r>
          </a:p>
          <a:p>
            <a:pPr>
              <a:spcBef>
                <a:spcPts val="600"/>
              </a:spcBef>
              <a:defRPr sz="1300">
                <a:solidFill>
                  <a:srgbClr val="3C2850"/>
                </a:solidFill>
              </a:defRPr>
            </a:pPr>
            <a:r>
              <a:t>• Нейрожеліге қарағанда жылдам жұмыс істейді (real-time)</a:t>
            </a:r>
          </a:p>
          <a:p>
            <a:pPr>
              <a:spcBef>
                <a:spcPts val="600"/>
              </a:spcBef>
              <a:defRPr sz="1300">
                <a:solidFill>
                  <a:srgbClr val="3C2850"/>
                </a:solidFill>
              </a:defRPr>
            </a:pPr>
            <a:r>
              <a:t>• Кішкене датасетте overfitting-ке аз ұшырайды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500">
                <a:solidFill>
                  <a:srgbClr val="7F8C8D"/>
                </a:solidFill>
              </a:defRPr>
            </a:pPr>
            <a:r>
              <a:t>Әр жаттығу үшін 3 алгоритмді салыстырып, дәлдігі ең жоғарысын таңдадық. Кестедегі ✅ белгісі — таңдалған модельді көрсетеді.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