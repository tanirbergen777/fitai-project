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AI Chat: Неге сыртқы LLM (Groq + Llama 3.3 70B) таңдалды?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36576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F1C40F"/>
                </a:solidFill>
              </a:defRPr>
            </a:pPr>
            <a:r>
              <a:t>⚡ Жылдамдық (Ultra-low Latency)</a:t>
            </a:r>
          </a:p>
          <a:p>
            <a:pPr>
              <a:defRPr sz="1000"/>
            </a:pP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Біз OpenAI (ChatGPT) емес, Groq платформасын таңдадық. Себебі Groq дәстүрлі GPU емес, арнайы LPU (Language Processing Unit) процессорларын қолданады. Бұл чаттың пайдаланушыға секундына 800+ токен жылдамдықпен (лезде) жауап беруін қамтамасыз етеді.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371600"/>
            <a:ext cx="3474720" cy="36576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39" y="15544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3498DB"/>
                </a:solidFill>
              </a:defRPr>
            </a:pPr>
            <a:r>
              <a:t>💻 Ресурс үнемдеу (Hardware)</a:t>
            </a:r>
          </a:p>
          <a:p>
            <a:pPr>
              <a:defRPr sz="1000"/>
            </a:pP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Llama 3.3 (70 Billion parameters) сияқты алып модельді өз серверімізде іске қосу үшін кем дегенде 4-8 қымбат видеокарта (A100) қажет болар еді. Бұл өте тиімсіз. Сыртқы API қолдану серверлік шығындарды 99%-ға азайтты.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1371600"/>
            <a:ext cx="3474720" cy="36576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5544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7AE60"/>
                </a:solidFill>
              </a:defRPr>
            </a:pPr>
            <a:r>
              <a:t>🧠 Сапа және Контекст</a:t>
            </a:r>
          </a:p>
          <a:p>
            <a:pPr>
              <a:defRPr sz="1000"/>
            </a:pP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Llama 3.3 70B — қазіргі таңдағы ең мықты ашық (open-source) модельдердің бірі. Ол фитнес, диетология терминдерін жақсы түсінеді және пайдаланушыға тек ақпарат беріп қана қоймай, эмпатиямен (мотивация беріп) сөйлесе алады.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8E44AD"/>
                </a:solidFill>
              </a:defRPr>
            </a:pPr>
            <a:r>
              <a:t>Шешім: Groq API + Llama 3.3 70B = Серверге салмақ түсірмейтін, максималды жылдам әрі ақылды чат архитектурасы.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