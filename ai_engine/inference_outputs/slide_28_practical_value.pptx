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Практикалық құндылық: Жоба кімге және не үшін керек?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7315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👥  Кім пайдалана алады?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800">
                <a:solidFill>
                  <a:srgbClr val="2C3E50"/>
                </a:solidFill>
              </a:defRPr>
            </a:pPr>
            <a:r>
              <a:t>• Жаңадан бастаушылар (Beginners):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Залға баруға ұялатындар немесе техниканы білмейтіндер. Олар үйде, камераның алдында еш қысылмай жаттыға алады.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Қаржы үнемдегісі келетіндер: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Жеке бапкердің (Personal Trainer) қызметі өте қымбат. FitAI мұны әлдеқайда арзан немесе тегін ұсынады.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Фитнес клубтар (B2B):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Тренерлер өз клиенттерінің үй жағдайында қалай жаттығып жатқанын осы қосымша арқылы бақылай алады.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1148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035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🏆  Нақты пайдасы (Benefits)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800">
                <a:solidFill>
                  <a:srgbClr val="2C3E50"/>
                </a:solidFill>
              </a:defRPr>
            </a:pPr>
            <a:r>
              <a:t>• Жарақаттанудың алдын алу: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Computer Vision қатені бірден ескертеді, бұл жарақат алу (травма) қаупін 80%-ға азайтады.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Кешенді шешім (All-in-One):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Диета үшін бір қосымша, жаттығу үшін екінші қосымша керек емес. Бәрі бір экожүйенің ішінде.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Үздіксіз Мотивация: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  24/7 жұмыс істейтін AI-чат пен рейтинг жүйесі адамның спортты тастап кетпеуіне көмектеседі.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800">
                <a:solidFill>
                  <a:srgbClr val="8E44AD"/>
                </a:solidFill>
              </a:defRPr>
            </a:pPr>
            <a:r>
              <a:t>Жобаның басты құндылығы — қымбат фитнес бапкердің қызметін кез келген адамның қалта телефонына сыйдырып, спортты қолжетімді ету.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