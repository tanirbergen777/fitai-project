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1274552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1" sz="3200">
                <a:solidFill>
                  <a:srgbClr val="2C3E50"/>
                </a:solidFill>
              </a:defRPr>
            </a:pPr>
            <a:r>
              <a:t>Frontend және UI/UX: Қолданушы ыңғайлылығы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097280"/>
            <a:ext cx="4389120" cy="4572000"/>
          </a:xfrm>
          <a:prstGeom prst="roundRect">
            <a:avLst/>
          </a:prstGeom>
          <a:solidFill>
            <a:srgbClr val="F8F9F9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88720"/>
            <a:ext cx="42062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2200">
                <a:solidFill>
                  <a:srgbClr val="2C3E50"/>
                </a:solidFill>
              </a:defRPr>
            </a:pPr>
            <a:r>
              <a:t>Неге React және Dark Mode?</a:t>
            </a:r>
          </a:p>
          <a:p>
            <a:pPr>
              <a:spcBef>
                <a:spcPts val="1000"/>
              </a:spcBef>
              <a:defRPr b="1" sz="1800">
                <a:solidFill>
                  <a:srgbClr val="2980B9"/>
                </a:solidFill>
              </a:defRPr>
            </a:pPr>
            <a:r>
              <a:t>⚛️ Жылдамдық (React Vite)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Virtual DOM арқылы интерфейс қатып қалмайды. Таймер мен AI дәлдігі (Accuracy) миллисекунд ішінде жаңартылып отырады.</a:t>
            </a:r>
          </a:p>
          <a:p>
            <a:pPr>
              <a:spcBef>
                <a:spcPts val="1000"/>
              </a:spcBef>
              <a:defRPr b="1" sz="1800">
                <a:solidFill>
                  <a:srgbClr val="2980B9"/>
                </a:solidFill>
              </a:defRPr>
            </a:pPr>
            <a:r>
              <a:t>👁️ Қолданушы көзі (Контраст)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Адам камерадан 2 метр алыс тұрғанда да көруі үшін Dark Mode (қараңғы фон) және өте үлкен ашық түсті мәтіндер қолданылды.</a:t>
            </a:r>
          </a:p>
          <a:p>
            <a:pPr>
              <a:spcBef>
                <a:spcPts val="1000"/>
              </a:spcBef>
              <a:defRPr b="1" sz="1800">
                <a:solidFill>
                  <a:srgbClr val="2980B9"/>
                </a:solidFill>
              </a:defRPr>
            </a:pPr>
            <a:r>
              <a:t>👆 Қолданушы саусағы (Mobile-first)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Жаттығу кезінде терлеген қолмен басуға ыңғайлы болуы үшін UI-да майда детальдар емес, үп-үлкен Карточкалар (Cards) мен Түймелер жасалды.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120640" y="1097280"/>
            <a:ext cx="6583680" cy="2103120"/>
          </a:xfrm>
          <a:prstGeom prst="roundRect">
            <a:avLst/>
          </a:prstGeom>
          <a:solidFill>
            <a:srgbClr val="222831"/>
          </a:solidFill>
          <a:ln w="25400">
            <a:solidFill>
              <a:srgbClr val="F1C40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120640" y="192024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ОСЫ ЖЕРГЕ 'БАСТЫ БЕТ' СКРИНШОТЫН ҚОЙЫҢЫЗ</a:t>
            </a:r>
            <a:br/>
            <a:r>
              <a:t>(Drag and drop here)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120640" y="3474720"/>
            <a:ext cx="6583680" cy="2103120"/>
          </a:xfrm>
          <a:prstGeom prst="roundRect">
            <a:avLst/>
          </a:prstGeom>
          <a:solidFill>
            <a:srgbClr val="222831"/>
          </a:solidFill>
          <a:ln w="25400">
            <a:solidFill>
              <a:srgbClr val="F1C40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120640" y="4297680"/>
            <a:ext cx="6583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FFFFFF"/>
                </a:solidFill>
              </a:defRPr>
            </a:pPr>
            <a:r>
              <a:t>ОСЫ ЖЕРГЕ 'ЖАТТЫҒУЛАР' СКРИНШОТЫН ҚОЙЫҢЫЗ</a:t>
            </a:r>
            <a:br/>
            <a:r>
              <a:t>(Drag and drop here)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5852160"/>
            <a:ext cx="11274552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b="1" i="1" sz="1600">
                <a:solidFill>
                  <a:srgbClr val="8E44AD"/>
                </a:solidFill>
              </a:defRPr>
            </a:pPr>
            <a:r>
              <a:t>Қорытынды: Код қанша мықты болса да, интерфейс ыңғайсыз болса — жоба сәтсіз. Сондықтан біз UI/UX дизайнын спортпен шұғылданатын адамның нақты анатомиясы мен қимылына (алыстан көру, үлкен түймелер басу) бейімдедік.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