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2C3E50"/>
                </a:solidFill>
              </a:defRPr>
            </a:pPr>
            <a:r>
              <a:t>Стратегиялық бағалау: SWOT Анализ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25603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💪  Күшті жақтар 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59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AI арқылы 100% жекелендірілген тәжірибе (Personalization).</a:t>
            </a:r>
          </a:p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Computer Vision арқылы нақты уақытта (Real-time) қатені түзету.</a:t>
            </a:r>
          </a:p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Масштабтауға (scale) дайын таза микросервистік архитектура.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03520" cy="256032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7315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📉  Кемшіліктер (W)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59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Әзірге CV модельдері тек 3 жаттығуды (Squat, Push-up, Lunge) ғана таниды.</a:t>
            </a:r>
          </a:p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Камераның дұрыс жұмыс істеуі үшін жақсы жарықтандыруды қажет етеді.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03520" cy="25603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7315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🚀  Мүмкіндіктер (O)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937759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Мобильді қосымша (React Native) ретінде шығарып, жаһандық нарыққа шығу.</a:t>
            </a:r>
          </a:p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B2B нарығы: Фитнес клубтарға немесе оңалту (Rehab) орталықтарына API сату.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5303520" cy="2560320"/>
          </a:xfrm>
          <a:prstGeom prst="roundRect">
            <a:avLst/>
          </a:prstGeom>
          <a:solidFill>
            <a:srgbClr val="FDEBD0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303520" cy="73152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23359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</a:defRPr>
            </a:pPr>
            <a:r>
              <a:t>⚠️  Қауіп-қатерлер 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54880"/>
            <a:ext cx="4937759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Нарықтағы үлкен фитнес қолданбалардың (Freeletics, Fitbod) бәсекелестігі.</a:t>
            </a:r>
          </a:p>
          <a:p>
            <a:pPr>
              <a:spcBef>
                <a:spcPts val="800"/>
              </a:spcBef>
              <a:defRPr sz="1500">
                <a:solidFill>
                  <a:srgbClr val="2C3E50"/>
                </a:solidFill>
              </a:defRPr>
            </a:pPr>
            <a:r>
              <a:t>• Қолданушылар көбейген сайын серверлік (LLM, GPU) шығындардың күрт артуы.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