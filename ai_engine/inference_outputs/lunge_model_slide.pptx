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C0392B"/>
                </a:solidFill>
              </a:defRPr>
            </a:pPr>
            <a:r>
              <a:t>Lunge моделі — Зерттеу шектеулері (Limitations)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Ғылыми жұмыста тек жетістіктерді ғана емес, шектеулерді (limitations) де көрсету маңызды. Lunge (алға қадам басу) жаттығуын бағалау моделі біз үшін қиындық тудырды.</a:t>
            </a:r>
          </a:p>
        </p:txBody>
      </p:sp>
      <p:pic>
        <p:nvPicPr>
          <p:cNvPr id="4" name="Picture 3" descr="lunge_cm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3758519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23774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Алгоритм: </a:t>
            </a:r>
            <a:r>
              <a:rPr b="0" sz="2000">
                <a:solidFill>
                  <a:srgbClr val="34495E"/>
                </a:solidFill>
              </a:rPr>
              <a:t>Random Forest</a:t>
            </a:r>
          </a:p>
          <a:p>
            <a:pPr>
              <a:spcAft>
                <a:spcPts val="1400"/>
              </a:spcAft>
              <a:defRPr b="1" sz="2000">
                <a:solidFill>
                  <a:srgbClr val="C0392B"/>
                </a:solidFill>
              </a:defRPr>
            </a:pPr>
            <a:r>
              <a:t>• Дәлдік (Accuracy): </a:t>
            </a:r>
            <a:r>
              <a:rPr b="0" sz="2000">
                <a:solidFill>
                  <a:srgbClr val="34495E"/>
                </a:solidFill>
              </a:rPr>
              <a:t>Бар болғаны 60.0%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Неге төмен болды?: </a:t>
            </a:r>
            <a:r>
              <a:rPr b="0" sz="2000">
                <a:solidFill>
                  <a:srgbClr val="34495E"/>
                </a:solidFill>
              </a:rPr>
              <a:t>Бұл жаттығуға арналған датасет өте аз болды (тек 174 қатар жиналды). Алдыңғы модельдерде 3000-5000 қатар болған.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Шешу жолы (Болашақта): </a:t>
            </a:r>
            <a:r>
              <a:rPr b="0" sz="2000">
                <a:solidFill>
                  <a:srgbClr val="34495E"/>
                </a:solidFill>
              </a:rPr>
              <a:t>Дәлдікті көтеру үшін деректер қорын (dataset) ұлғайту немесе 3D камералар (Lidar) қолдану қажет.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i="1" sz="1800">
                <a:solidFill>
                  <a:srgbClr val="8E44AD"/>
                </a:solidFill>
              </a:defRPr>
            </a:pPr>
            <a:r>
              <a:t>Қорытынды: Модельдің сапасы тікелей деректердің (Data) көлеміне тәуелді екенін осы тәжірибеден анық көруге болады.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