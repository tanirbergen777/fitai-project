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3600">
                <a:solidFill>
                  <a:srgbClr val="2C3E50"/>
                </a:solidFill>
              </a:defRPr>
            </a:pPr>
            <a:r>
              <a:t>Жобаның болашағы: Келесі стратегиялық қадамдар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286000"/>
            <a:ext cx="2560320" cy="2743200"/>
          </a:xfrm>
          <a:prstGeom prst="roundRect">
            <a:avLst/>
          </a:prstGeom>
          <a:solidFill>
            <a:srgbClr val="EBF5FB"/>
          </a:solidFill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828800" y="1920240"/>
            <a:ext cx="731520" cy="731520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/>
            </a:pPr>
            <a:r>
              <a:t>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800">
                <a:solidFill>
                  <a:srgbClr val="2C3E50"/>
                </a:solidFill>
              </a:defRPr>
            </a:pPr>
            <a:r>
              <a:t>Датасет Кеңейту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200400"/>
            <a:ext cx="2377439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34495E"/>
                </a:solidFill>
              </a:defRPr>
            </a:pPr>
            <a:r>
              <a:t>Компьютерлік көру модельдеріне Deadlift, Pull-up, Plank сияқты 20-дан астам жаңа жаттығу түрін қосу.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0" y="2286000"/>
            <a:ext cx="2560320" cy="2743200"/>
          </a:xfrm>
          <a:prstGeom prst="roundRect">
            <a:avLst/>
          </a:prstGeom>
          <a:solidFill>
            <a:srgbClr val="E8F8F5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754879" y="1920240"/>
            <a:ext cx="731520" cy="73152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/>
            </a:pPr>
            <a:r>
              <a:t>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74320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800">
                <a:solidFill>
                  <a:srgbClr val="2C3E50"/>
                </a:solidFill>
              </a:defRPr>
            </a:pPr>
            <a:r>
              <a:t>Мобильді Қосымша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200400"/>
            <a:ext cx="2377439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34495E"/>
                </a:solidFill>
              </a:defRPr>
            </a:pPr>
            <a:r>
              <a:t>React Native арқылы жүйені толыққанды iOS және Android қосымшасына айналдырып, App Store-ға шығару.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0" y="2286000"/>
            <a:ext cx="2560320" cy="2743200"/>
          </a:xfrm>
          <a:prstGeom prst="roundRect">
            <a:avLst/>
          </a:prstGeom>
          <a:solidFill>
            <a:srgbClr val="FDEBD0"/>
          </a:solidFill>
          <a:ln w="25400">
            <a:solidFill>
              <a:srgbClr val="D35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80960" y="1920240"/>
            <a:ext cx="731520" cy="731520"/>
          </a:xfrm>
          <a:prstGeom prst="ellipse">
            <a:avLst/>
          </a:prstGeom>
          <a:solidFill>
            <a:srgbClr val="D3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/>
            </a:pPr>
            <a:r>
              <a:t>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274320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800">
                <a:solidFill>
                  <a:srgbClr val="2C3E50"/>
                </a:solidFill>
              </a:defRPr>
            </a:pPr>
            <a:r>
              <a:t>Smart Мониторинг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3200400"/>
            <a:ext cx="2377439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34495E"/>
                </a:solidFill>
              </a:defRPr>
            </a:pPr>
            <a:r>
              <a:t>Apple Health және Google Fit-пен интеграция жасап, смарт-сағаттардан пульс пен калорияны автоматты оқу.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92640" y="2286000"/>
            <a:ext cx="2560320" cy="2743200"/>
          </a:xfrm>
          <a:prstGeom prst="roundRect">
            <a:avLst/>
          </a:prstGeom>
          <a:solidFill>
            <a:srgbClr val="E8DAEF"/>
          </a:solidFill>
          <a:ln w="254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607040" y="1920240"/>
            <a:ext cx="731520" cy="731520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/>
            </a:pPr>
            <a:r>
              <a:t>⚖️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0" y="274320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800">
                <a:solidFill>
                  <a:srgbClr val="2C3E50"/>
                </a:solidFill>
              </a:defRPr>
            </a:pPr>
            <a:r>
              <a:t>AI Судья (Referee)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0" y="3200400"/>
            <a:ext cx="2377439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34495E"/>
                </a:solidFill>
              </a:defRPr>
            </a:pPr>
            <a:r>
              <a:t>Тек фитнес емес, кәсіби спорт түрлеріне (пауэрлифтинг, гимнастика) арналған әділ 'AI Судья' жүйесін жасау.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3566160" y="3474720"/>
            <a:ext cx="182880" cy="365760"/>
          </a:xfrm>
          <a:prstGeom prst="rightArrow">
            <a:avLst/>
          </a:prstGeom>
          <a:solidFill>
            <a:srgbClr val="BDC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ight Arrow 19"/>
          <p:cNvSpPr/>
          <p:nvPr/>
        </p:nvSpPr>
        <p:spPr>
          <a:xfrm>
            <a:off x="6492240" y="3474720"/>
            <a:ext cx="182880" cy="365760"/>
          </a:xfrm>
          <a:prstGeom prst="rightArrow">
            <a:avLst/>
          </a:prstGeom>
          <a:solidFill>
            <a:srgbClr val="BDC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ight Arrow 20"/>
          <p:cNvSpPr/>
          <p:nvPr/>
        </p:nvSpPr>
        <p:spPr>
          <a:xfrm>
            <a:off x="9418319" y="3474720"/>
            <a:ext cx="182880" cy="365760"/>
          </a:xfrm>
          <a:prstGeom prst="rightArrow">
            <a:avLst/>
          </a:prstGeom>
          <a:solidFill>
            <a:srgbClr val="BDC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59436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i="1" sz="1800">
                <a:solidFill>
                  <a:srgbClr val="C0392B"/>
                </a:solidFill>
              </a:defRPr>
            </a:pPr>
            <a:r>
              <a:t>FitAI — бұл аяқталған дипломдық жұмыс емес, нарыққа шығуға және инвестиция тартуға дайын үлкен IT-стартаптың іргетасы.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