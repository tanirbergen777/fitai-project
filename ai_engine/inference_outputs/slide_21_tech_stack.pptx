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Жобаның Технологиялық Стекі және Жалпы Схемасы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286000" cy="1645920"/>
          </a:xfrm>
          <a:prstGeom prst="roundRect">
            <a:avLst/>
          </a:prstGeom>
          <a:solidFill>
            <a:srgbClr val="EBF5FB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2980B9"/>
                </a:solidFill>
              </a:defRPr>
            </a:pPr>
            <a:r>
              <a:t>💻 Frontend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React (Vite)</a:t>
            </a:r>
            <a:br/>
            <a:r>
              <a:t>TypeScript</a:t>
            </a:r>
            <a:br/>
            <a:r>
              <a:t>UI/UX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011680"/>
            <a:ext cx="3657600" cy="310896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95A5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754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F8C8D"/>
                </a:solidFill>
              </a:defRPr>
            </a:pPr>
            <a:r>
              <a:t>☁️ Hosted on Render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2743200" cy="219456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27AE60"/>
                </a:solidFill>
              </a:defRPr>
            </a:pPr>
            <a:r>
              <a:t>⚙️ Backend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Python + FastAPI</a:t>
            </a:r>
            <a:br/>
            <a:r>
              <a:t>Machine Learning</a:t>
            </a:r>
            <a:br/>
            <a:r>
              <a:t>Groq LLM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45920"/>
            <a:ext cx="2560320" cy="1463040"/>
          </a:xfrm>
          <a:prstGeom prst="roundRect">
            <a:avLst/>
          </a:prstGeom>
          <a:solidFill>
            <a:srgbClr val="FDEBD0"/>
          </a:solidFill>
          <a:ln w="381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D35400"/>
                </a:solidFill>
              </a:defRPr>
            </a:pPr>
            <a:r>
              <a:t>🗄️ Database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Neon (PostgreSQL)</a:t>
            </a:r>
            <a:br/>
            <a:r>
              <a:t>Relational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840480"/>
            <a:ext cx="2560320" cy="1463040"/>
          </a:xfrm>
          <a:prstGeom prst="roundRect">
            <a:avLst/>
          </a:prstGeom>
          <a:solidFill>
            <a:srgbClr val="E8DAEF"/>
          </a:solidFill>
          <a:ln w="381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9319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8E44AD"/>
                </a:solidFill>
              </a:defRPr>
            </a:pPr>
            <a:r>
              <a:t>🔒 Auth &amp; Cloud</a:t>
            </a:r>
          </a:p>
          <a:p>
            <a:pPr algn="ctr">
              <a:defRPr sz="1400">
                <a:solidFill>
                  <a:srgbClr val="34495E"/>
                </a:solidFill>
              </a:defRPr>
            </a:pPr>
            <a:r>
              <a:t>Supabase</a:t>
            </a:r>
            <a:br/>
            <a:r>
              <a:t>Authentication</a:t>
            </a:r>
            <a:br/>
            <a:r>
              <a:t>File Storage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566160"/>
            <a:ext cx="1371600" cy="0"/>
          </a:xfrm>
          <a:prstGeom prst="line">
            <a:avLst/>
          </a:prstGeom>
          <a:ln w="381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9000" y="33832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REST API 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377440"/>
            <a:ext cx="1371600" cy="0"/>
          </a:xfrm>
          <a:prstGeom prst="line">
            <a:avLst/>
          </a:prstGeom>
          <a:ln w="381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800" y="2194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SQL 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0" y="4572000"/>
            <a:ext cx="1371600" cy="0"/>
          </a:xfrm>
          <a:prstGeom prst="line">
            <a:avLst/>
          </a:prstGeom>
          <a:ln w="381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43800" y="4389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API 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4389120"/>
            <a:ext cx="6629400" cy="640080"/>
          </a:xfrm>
          <a:prstGeom prst="line">
            <a:avLst/>
          </a:prstGeom>
          <a:ln w="38100">
            <a:solidFill>
              <a:srgbClr val="95A5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14900" y="4526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Auth / Media 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600">
                <a:solidFill>
                  <a:srgbClr val="34495E"/>
                </a:solidFill>
              </a:defRPr>
            </a:pPr>
            <a:r>
              <a:t>Архитектуралық ерекшелік: Жоба локальді компьютерде емес, толығымен бұлттық (Cloud) технологиялар экожүйесінде (Render, Neon, Supabase) нақты өндіріске (Production) дайындалған.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