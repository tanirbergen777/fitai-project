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Demo сценарий: Қолданушы жолы (User Flow)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13716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🔐 Кіру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Жүйеге тіркелу және қауіпсіз авторизация (JWT)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1645920"/>
            <a:ext cx="548640" cy="54864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926080" cy="13716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👤 Профиль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Бойы, салмағы, жасы және мақсатты енгізу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645920"/>
            <a:ext cx="457200" cy="45720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16459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2926080" cy="13716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🧠 AI Анализ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Машиналық оқыту арқылы деректерді талдау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16459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2377440"/>
            <a:ext cx="45720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589520" y="2377440"/>
            <a:ext cx="45720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749039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2926080" cy="13716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59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🍎 Тамақтану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AI жасаған жеке рацион және калория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3749039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931920"/>
            <a:ext cx="2926080" cy="1371600"/>
          </a:xfrm>
          <a:prstGeom prst="roundRect">
            <a:avLst/>
          </a:prstGeom>
          <a:solidFill>
            <a:srgbClr val="E8DAE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📷 Жаттығу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Камера (CV) арқылы қателерді тікелей түзету</a:t>
            </a:r>
          </a:p>
        </p:txBody>
      </p:sp>
      <p:sp>
        <p:nvSpPr>
          <p:cNvPr id="24" name="Oval 23"/>
          <p:cNvSpPr/>
          <p:nvPr/>
        </p:nvSpPr>
        <p:spPr>
          <a:xfrm>
            <a:off x="4389120" y="3749039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0" y="3749039"/>
            <a:ext cx="548640" cy="5486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2926080" cy="1371600"/>
          </a:xfrm>
          <a:prstGeom prst="roundRect">
            <a:avLst/>
          </a:prstGeom>
          <a:solidFill>
            <a:srgbClr val="FCF3C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59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🤖 AI Чат</a:t>
            </a:r>
          </a:p>
          <a:p>
            <a:pPr algn="ctr"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Фитнес-кеңесшімен (Llama 3.3) сұрақ-жауап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0" y="3749039"/>
            <a:ext cx="457200" cy="4572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931920" y="4480559"/>
            <a:ext cx="45720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589520" y="4480559"/>
            <a:ext cx="45720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509760" y="3291840"/>
            <a:ext cx="365760" cy="54864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800">
                <a:solidFill>
                  <a:srgbClr val="2980B9"/>
                </a:solidFill>
              </a:defRPr>
            </a:pPr>
            <a:r>
              <a:t>Барлық қадамдар толығымен автоматтандырылған. Қолданушы тек өз мақсатын көрсетеді, қалғанын AI жасайды.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