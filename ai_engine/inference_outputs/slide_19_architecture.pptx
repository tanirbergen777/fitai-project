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2C3E50"/>
                </a:solidFill>
              </a:defRPr>
            </a:pPr>
            <a:r>
              <a:t>Жүйе архитектурасы: AI модельдерін FastAPI арқылы интеграциялау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926080" cy="27432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2980B9"/>
                </a:solidFill>
              </a:defRPr>
            </a:pPr>
            <a:r>
              <a:t>📱 Frontend</a:t>
            </a:r>
          </a:p>
          <a:p/>
          <a:p>
            <a:pPr>
              <a:defRPr sz="1600">
                <a:solidFill>
                  <a:srgbClr val="34495E"/>
                </a:solidFill>
              </a:defRPr>
            </a:pPr>
            <a:r>
              <a:t>• User Input (Деректер енгізу)</a:t>
            </a:r>
          </a:p>
          <a:p>
            <a:pPr>
              <a:defRPr sz="1600">
                <a:solidFill>
                  <a:srgbClr val="34495E"/>
                </a:solidFill>
              </a:defRPr>
            </a:pPr>
            <a:r>
              <a:t>• Camera Feed (Видео жіберу)</a:t>
            </a:r>
          </a:p>
          <a:p>
            <a:pPr>
              <a:defRPr sz="1600">
                <a:solidFill>
                  <a:srgbClr val="34495E"/>
                </a:solidFill>
              </a:defRPr>
            </a:pPr>
            <a:r>
              <a:t>• Нәтижелерді визуалдау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749039" y="2834640"/>
            <a:ext cx="731520" cy="365760"/>
          </a:xfrm>
          <a:prstGeom prst="rightArrow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1645920"/>
            <a:ext cx="2926080" cy="27432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73736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27AE60"/>
                </a:solidFill>
              </a:defRPr>
            </a:pPr>
            <a:r>
              <a:t>⚙️ Backend (FastAPI)</a:t>
            </a:r>
          </a:p>
          <a:p/>
          <a:p>
            <a:pPr>
              <a:defRPr sz="1600">
                <a:solidFill>
                  <a:srgbClr val="34495E"/>
                </a:solidFill>
              </a:defRPr>
            </a:pPr>
            <a:r>
              <a:t>• /nutrition_plan</a:t>
            </a:r>
          </a:p>
          <a:p>
            <a:pPr>
              <a:defRPr sz="1600">
                <a:solidFill>
                  <a:srgbClr val="34495E"/>
                </a:solidFill>
              </a:defRPr>
            </a:pPr>
            <a:r>
              <a:t>• /workout_plan</a:t>
            </a:r>
          </a:p>
          <a:p>
            <a:pPr>
              <a:defRPr sz="1600">
                <a:solidFill>
                  <a:srgbClr val="34495E"/>
                </a:solidFill>
              </a:defRPr>
            </a:pPr>
            <a:r>
              <a:t>• /pose_estimation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589520" y="2834640"/>
            <a:ext cx="731520" cy="365760"/>
          </a:xfrm>
          <a:prstGeom prst="rightArrow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1645920"/>
            <a:ext cx="2926080" cy="2743200"/>
          </a:xfrm>
          <a:prstGeom prst="roundRect">
            <a:avLst/>
          </a:prstGeom>
          <a:solidFill>
            <a:srgbClr val="FEF9E7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73736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D35400"/>
                </a:solidFill>
              </a:defRPr>
            </a:pPr>
            <a:r>
              <a:t>🧠 AI Engine (.pkl)</a:t>
            </a:r>
          </a:p>
          <a:p/>
          <a:p>
            <a:pPr>
              <a:defRPr sz="1600">
                <a:solidFill>
                  <a:srgbClr val="34495E"/>
                </a:solidFill>
              </a:defRPr>
            </a:pPr>
            <a:r>
              <a:t>• Random Forest / XGBoost</a:t>
            </a:r>
          </a:p>
          <a:p>
            <a:pPr>
              <a:defRPr sz="1600">
                <a:solidFill>
                  <a:srgbClr val="34495E"/>
                </a:solidFill>
              </a:defRPr>
            </a:pPr>
            <a:r>
              <a:t>• MediaPipe (Keypoints)</a:t>
            </a:r>
          </a:p>
          <a:p>
            <a:pPr>
              <a:defRPr sz="1600">
                <a:solidFill>
                  <a:srgbClr val="34495E"/>
                </a:solidFill>
              </a:defRPr>
            </a:pPr>
            <a:r>
              <a:t>• Feature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607040" cy="1645920"/>
          </a:xfrm>
          <a:prstGeom prst="roundRect">
            <a:avLst/>
          </a:prstGeom>
          <a:solidFill>
            <a:srgbClr val="F4ECF7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8E44AD"/>
                </a:solidFill>
              </a:defRPr>
            </a:pPr>
            <a:r>
              <a:t>Неге бұл сәулетте FastAPI таңдалды?</a:t>
            </a:r>
          </a:p>
          <a:p>
            <a:pPr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Жоғары жылдамдық: Нақты уақыттағы (real-time, 30 FPS) камера анализі үшін өте маңызды.</a:t>
            </a:r>
          </a:p>
          <a:p>
            <a:pPr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Асинхронды өңдеу (Asynchronous): Сервер бір уақытта келетін көптеген сұраныстардан құлап қалмайды.</a:t>
            </a:r>
          </a:p>
          <a:p>
            <a:pPr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Микросервис архитектурасы: AI модельдері (Machine Learning) мен Backend бір-бірімен өте жеңіл әрі сенімді байланысқан.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